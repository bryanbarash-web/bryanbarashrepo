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a608f2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a608f2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2a608f2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2a608f2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2a608f2a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2a608f2a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2a608f2a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2a608f2a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2a608f2a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2a608f2a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2a608f2a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2a608f2a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2a608f2a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2a608f2a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2a608f2a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2a608f2a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2a608f2a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2a608f2a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2a608f2a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2a608f2a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2a608f2a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2a608f2a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utchie.atlassian.net/wiki/x/6QD9qQQ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dutchie.atlassian.net/wiki/x/6QD9qQQ" TargetMode="External"/><Relationship Id="rId6" Type="http://schemas.openxmlformats.org/officeDocument/2006/relationships/hyperlink" Target="https://dutchie.atlassian.net/wiki/x/6QD9qQ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li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lide 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lide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lide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Slide 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Slide 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Slide 1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Slide 1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Slide 1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title="Slide 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blank-dark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8525" y="-66670"/>
            <a:ext cx="9262525" cy="521017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3"/>
          <p:cNvSpPr txBox="1"/>
          <p:nvPr/>
        </p:nvSpPr>
        <p:spPr>
          <a:xfrm>
            <a:off x="307600" y="796025"/>
            <a:ext cx="5143500" cy="27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F0E7D4"/>
                </a:solidFill>
                <a:latin typeface="Inter"/>
                <a:ea typeface="Inter"/>
                <a:cs typeface="Inter"/>
                <a:sym typeface="Inter"/>
              </a:rPr>
              <a:t>Brand assets, including logos and fonts, can be downloaded on the</a:t>
            </a:r>
            <a:r>
              <a:rPr b="1" lang="en" sz="3500">
                <a:solidFill>
                  <a:srgbClr val="F0E7D4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3500" u="sng">
                <a:solidFill>
                  <a:srgbClr val="F0E7D4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Marketing Resources Confluence page.</a:t>
            </a:r>
            <a:endParaRPr b="1" sz="3500">
              <a:solidFill>
                <a:srgbClr val="F0E7D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