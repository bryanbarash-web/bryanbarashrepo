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Lst>
  <p:sldSz cy="5143500" cx="9144000"/>
  <p:notesSz cx="6858000" cy="9144000"/>
  <p:embeddedFontLst>
    <p:embeddedFont>
      <p:font typeface="Inter SemiBold"/>
      <p:regular r:id="rId49"/>
      <p:bold r:id="rId50"/>
      <p:italic r:id="rId51"/>
      <p:boldItalic r:id="rId52"/>
    </p:embeddedFont>
    <p:embeddedFont>
      <p:font typeface="Inter"/>
      <p:regular r:id="rId53"/>
      <p:bold r:id="rId54"/>
      <p:italic r:id="rId55"/>
      <p:boldItalic r:id="rId56"/>
    </p:embeddedFont>
    <p:embeddedFont>
      <p:font typeface="Albert Sans SemiBold"/>
      <p:regular r:id="rId57"/>
      <p:bold r:id="rId58"/>
      <p:italic r:id="rId59"/>
      <p:boldItalic r:id="rId60"/>
    </p:embeddedFont>
    <p:embeddedFont>
      <p:font typeface="Inter Medium"/>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9147C0-4977-4EF0-9D32-9B7106216888}">
  <a:tblStyle styleId="{499147C0-4977-4EF0-9D32-9B710621688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9" Type="http://schemas.openxmlformats.org/officeDocument/2006/relationships/font" Target="fonts/InterSemiBold-regular.fntdata"/><Relationship Id="rId50" Type="http://schemas.openxmlformats.org/officeDocument/2006/relationships/font" Target="fonts/InterSemiBold-bold.fntdata"/><Relationship Id="rId51" Type="http://schemas.openxmlformats.org/officeDocument/2006/relationships/font" Target="fonts/InterSemiBold-italic.fntdata"/><Relationship Id="rId52" Type="http://schemas.openxmlformats.org/officeDocument/2006/relationships/font" Target="fonts/InterSemiBold-boldItalic.fntdata"/><Relationship Id="rId53" Type="http://schemas.openxmlformats.org/officeDocument/2006/relationships/font" Target="fonts/Inter-regular.fntdata"/><Relationship Id="rId54" Type="http://schemas.openxmlformats.org/officeDocument/2006/relationships/font" Target="fonts/Inter-bold.fntdata"/><Relationship Id="rId55" Type="http://schemas.openxmlformats.org/officeDocument/2006/relationships/font" Target="fonts/Inter-italic.fntdata"/><Relationship Id="rId56" Type="http://schemas.openxmlformats.org/officeDocument/2006/relationships/font" Target="fonts/Inter-boldItalic.fntdata"/><Relationship Id="rId57" Type="http://schemas.openxmlformats.org/officeDocument/2006/relationships/font" Target="fonts/AlbertSansSemiBold-regular.fntdata"/><Relationship Id="rId58" Type="http://schemas.openxmlformats.org/officeDocument/2006/relationships/font" Target="fonts/AlbertSansSemiBold-bold.fntdata"/><Relationship Id="rId59" Type="http://schemas.openxmlformats.org/officeDocument/2006/relationships/font" Target="fonts/AlbertSansSemiBold-italic.fntdata"/><Relationship Id="rId60" Type="http://schemas.openxmlformats.org/officeDocument/2006/relationships/font" Target="fonts/AlbertSansSemiBold-boldItalic.fntdata"/><Relationship Id="rId61" Type="http://schemas.openxmlformats.org/officeDocument/2006/relationships/font" Target="fonts/InterMedium-regular.fntdata"/><Relationship Id="rId62" Type="http://schemas.openxmlformats.org/officeDocument/2006/relationships/font" Target="fonts/InterMedium-bold.fntdata"/><Relationship Id="rId63" Type="http://schemas.openxmlformats.org/officeDocument/2006/relationships/font" Target="fonts/InterMedium-italic.fntdata"/><Relationship Id="rId64"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p:cSld name="TITLE_1_1">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58" name="Shape 158"/>
        <p:cNvGrpSpPr/>
        <p:nvPr/>
      </p:nvGrpSpPr>
      <p:grpSpPr>
        <a:xfrm>
          <a:off x="0" y="0"/>
          <a:ext cx="0" cy="0"/>
          <a:chOff x="0" y="0"/>
          <a:chExt cx="0" cy="0"/>
        </a:xfrm>
      </p:grpSpPr>
      <p:sp>
        <p:nvSpPr>
          <p:cNvPr id="159" name="Google Shape;159;p20"/>
          <p:cNvSpPr txBox="1"/>
          <p:nvPr/>
        </p:nvSpPr>
        <p:spPr>
          <a:xfrm>
            <a:off x="467950" y="623324"/>
            <a:ext cx="5103000" cy="423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2800">
                <a:solidFill>
                  <a:srgbClr val="042017"/>
                </a:solidFill>
                <a:latin typeface="Inter SemiBold"/>
                <a:ea typeface="Inter SemiBold"/>
                <a:cs typeface="Inter SemiBold"/>
                <a:sym typeface="Inter SemiBold"/>
              </a:rPr>
              <a:t>Title and two-column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pic>
        <p:nvPicPr>
          <p:cNvPr id="160" name="Google Shape;160;p20"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
        <p:nvSpPr>
          <p:cNvPr id="161" name="Google Shape;161;p20"/>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sp>
        <p:nvSpPr>
          <p:cNvPr id="162" name="Google Shape;162;p20"/>
          <p:cNvSpPr txBox="1"/>
          <p:nvPr/>
        </p:nvSpPr>
        <p:spPr>
          <a:xfrm>
            <a:off x="467950" y="1469674"/>
            <a:ext cx="3718500" cy="2467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solidFill>
                  <a:srgbClr val="042017"/>
                </a:solidFill>
                <a:latin typeface="Inter SemiBold"/>
                <a:ea typeface="Inter SemiBold"/>
                <a:cs typeface="Inter SemiBold"/>
                <a:sym typeface="Inter SemiBold"/>
              </a:rPr>
              <a:t>Subheading</a:t>
            </a:r>
            <a:endParaRPr>
              <a:solidFill>
                <a:srgbClr val="042017"/>
              </a:solidFill>
              <a:latin typeface="Inter SemiBold"/>
              <a:ea typeface="Inter SemiBold"/>
              <a:cs typeface="Inter SemiBold"/>
              <a:sym typeface="Inter SemiBold"/>
            </a:endParaRPr>
          </a:p>
          <a:p>
            <a:pPr indent="0" lvl="0" marL="0" rtl="0" algn="l">
              <a:lnSpc>
                <a:spcPct val="115000"/>
              </a:lnSpc>
              <a:spcBef>
                <a:spcPts val="0"/>
              </a:spcBef>
              <a:spcAft>
                <a:spcPts val="0"/>
              </a:spcAft>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a:t>
            </a:r>
            <a:endParaRPr sz="1000">
              <a:solidFill>
                <a:srgbClr val="042017"/>
              </a:solidFill>
              <a:latin typeface="Inter"/>
              <a:ea typeface="Inter"/>
              <a:cs typeface="Inter"/>
              <a:sym typeface="Inter"/>
            </a:endParaRPr>
          </a:p>
        </p:txBody>
      </p:sp>
      <p:sp>
        <p:nvSpPr>
          <p:cNvPr id="163" name="Google Shape;163;p20"/>
          <p:cNvSpPr txBox="1"/>
          <p:nvPr/>
        </p:nvSpPr>
        <p:spPr>
          <a:xfrm>
            <a:off x="4572000" y="1469674"/>
            <a:ext cx="3718500" cy="2467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solidFill>
                  <a:srgbClr val="042017"/>
                </a:solidFill>
                <a:latin typeface="Inter SemiBold"/>
                <a:ea typeface="Inter SemiBold"/>
                <a:cs typeface="Inter SemiBold"/>
                <a:sym typeface="Inter SemiBold"/>
              </a:rPr>
              <a:t>Subheading </a:t>
            </a:r>
            <a:endParaRPr>
              <a:solidFill>
                <a:srgbClr val="042017"/>
              </a:solidFill>
              <a:latin typeface="Inter SemiBold"/>
              <a:ea typeface="Inter SemiBold"/>
              <a:cs typeface="Inter SemiBold"/>
              <a:sym typeface="Inter SemiBold"/>
            </a:endParaRPr>
          </a:p>
          <a:p>
            <a:pPr indent="0" lvl="0" marL="0" rtl="0" algn="l">
              <a:lnSpc>
                <a:spcPct val="115000"/>
              </a:lnSpc>
              <a:spcBef>
                <a:spcPts val="0"/>
              </a:spcBef>
              <a:spcAft>
                <a:spcPts val="0"/>
              </a:spcAft>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a:t>
            </a:r>
            <a:endParaRPr sz="1000">
              <a:solidFill>
                <a:srgbClr val="042017"/>
              </a:solidFill>
              <a:latin typeface="Inter"/>
              <a:ea typeface="Inter"/>
              <a:cs typeface="Inter"/>
              <a:sym typeface="Inter"/>
            </a:endParaRPr>
          </a:p>
        </p:txBody>
      </p:sp>
      <p:sp>
        <p:nvSpPr>
          <p:cNvPr id="164" name="Google Shape;164;p20"/>
          <p:cNvSpPr/>
          <p:nvPr/>
        </p:nvSpPr>
        <p:spPr>
          <a:xfrm>
            <a:off x="5700500" y="1497474"/>
            <a:ext cx="534900" cy="169200"/>
          </a:xfrm>
          <a:prstGeom prst="roundRect">
            <a:avLst>
              <a:gd fmla="val 50000" name="adj"/>
            </a:avLst>
          </a:prstGeom>
          <a:solidFill>
            <a:srgbClr val="5E324E"/>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rgbClr val="F1E9D6"/>
                </a:solidFill>
                <a:latin typeface="Inter SemiBold"/>
                <a:ea typeface="Inter SemiBold"/>
                <a:cs typeface="Inter SemiBold"/>
                <a:sym typeface="Inter SemiBold"/>
              </a:rPr>
              <a:t>Label</a:t>
            </a:r>
            <a:endParaRPr sz="700">
              <a:solidFill>
                <a:srgbClr val="F1E9D6"/>
              </a:solidFill>
              <a:latin typeface="Inter SemiBold"/>
              <a:ea typeface="Inter SemiBold"/>
              <a:cs typeface="Inter SemiBold"/>
              <a:sym typeface="Inter SemiBold"/>
            </a:endParaRPr>
          </a:p>
        </p:txBody>
      </p:sp>
      <p:sp>
        <p:nvSpPr>
          <p:cNvPr id="165" name="Google Shape;165;p20"/>
          <p:cNvSpPr/>
          <p:nvPr/>
        </p:nvSpPr>
        <p:spPr>
          <a:xfrm>
            <a:off x="1546575" y="1497474"/>
            <a:ext cx="534900" cy="169200"/>
          </a:xfrm>
          <a:prstGeom prst="roundRect">
            <a:avLst>
              <a:gd fmla="val 50000" name="adj"/>
            </a:avLst>
          </a:prstGeom>
          <a:solidFill>
            <a:srgbClr val="6ABA48"/>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rgbClr val="F1E9D6"/>
                </a:solidFill>
                <a:latin typeface="Inter SemiBold"/>
                <a:ea typeface="Inter SemiBold"/>
                <a:cs typeface="Inter SemiBold"/>
                <a:sym typeface="Inter SemiBold"/>
              </a:rPr>
              <a:t>Label</a:t>
            </a:r>
            <a:endParaRPr sz="700">
              <a:solidFill>
                <a:srgbClr val="F1E9D6"/>
              </a:solidFill>
              <a:latin typeface="Inter SemiBold"/>
              <a:ea typeface="Inter SemiBold"/>
              <a:cs typeface="Inter SemiBold"/>
              <a:sym typeface="Inter SemiBold"/>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E8D6"/>
        </a:solidFill>
      </p:bgPr>
    </p:bg>
    <p:spTree>
      <p:nvGrpSpPr>
        <p:cNvPr id="141" name="Shape 141"/>
        <p:cNvGrpSpPr/>
        <p:nvPr/>
      </p:nvGrpSpPr>
      <p:grpSpPr>
        <a:xfrm>
          <a:off x="0" y="0"/>
          <a:ext cx="0" cy="0"/>
          <a:chOff x="0" y="0"/>
          <a:chExt cx="0" cy="0"/>
        </a:xfrm>
      </p:grpSpPr>
      <p:sp>
        <p:nvSpPr>
          <p:cNvPr id="142" name="Google Shape;142;p18"/>
          <p:cNvSpPr txBox="1"/>
          <p:nvPr/>
        </p:nvSpPr>
        <p:spPr>
          <a:xfrm>
            <a:off x="467950" y="623324"/>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lang="en" sz="2800">
                <a:solidFill>
                  <a:srgbClr val="042017"/>
                </a:solidFill>
                <a:latin typeface="Inter SemiBold"/>
                <a:ea typeface="Inter SemiBold"/>
                <a:cs typeface="Inter SemiBold"/>
                <a:sym typeface="Inter SemiBold"/>
              </a:rPr>
              <a:t>Title and body text</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2800">
              <a:solidFill>
                <a:srgbClr val="042017"/>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2800">
              <a:solidFill>
                <a:srgbClr val="042017"/>
              </a:solidFill>
              <a:latin typeface="Inter SemiBold"/>
              <a:ea typeface="Inter SemiBold"/>
              <a:cs typeface="Inter SemiBold"/>
              <a:sym typeface="Inter SemiBold"/>
            </a:endParaRPr>
          </a:p>
        </p:txBody>
      </p:sp>
      <p:sp>
        <p:nvSpPr>
          <p:cNvPr id="143" name="Google Shape;143;p18"/>
          <p:cNvSpPr txBox="1"/>
          <p:nvPr/>
        </p:nvSpPr>
        <p:spPr>
          <a:xfrm>
            <a:off x="467950" y="1469674"/>
            <a:ext cx="7125600" cy="150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042017"/>
                </a:solidFill>
                <a:latin typeface="Inter"/>
                <a:ea typeface="Inter"/>
                <a:cs typeface="Inter"/>
                <a:sym typeface="Inter"/>
              </a:rPr>
              <a:t>Lorem ipsum dolor sit amet, consectetur adipiscing elit. Fusce vitae commodo mauris. Nullam malesuada nisl a mollis faucibus. Curabitur tincidunt ligula turpis, sed rhoncus odio fermentum pellentesque. Fusce id augue eu lacus ullamcorper pretium a id risus. Donec ac mauris viverra, imperdiet orci eu, aliquet leo. Vestibulum quis augue nec justo scelerisque ultrices. Nulla posuere, sapien at finibus consectetur, eros turpis luctus quam, et ornare magna magna sit amet mauris. Donec maximus, orci ut vestibulum ultrices, magna sem sollicitudin metus, et aliquam erat felis sit amet dui. In eu libero sit amet quam sollicitudin vehicula vitae quis quam. Etiam sit amet dolor aliquet massa iaculis porta.</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42017"/>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rgbClr val="042017"/>
              </a:solidFill>
              <a:latin typeface="Inter"/>
              <a:ea typeface="Inter"/>
              <a:cs typeface="Inter"/>
              <a:sym typeface="Inter"/>
            </a:endParaRPr>
          </a:p>
        </p:txBody>
      </p:sp>
      <p:sp>
        <p:nvSpPr>
          <p:cNvPr id="144" name="Google Shape;144;p18"/>
          <p:cNvSpPr txBox="1"/>
          <p:nvPr/>
        </p:nvSpPr>
        <p:spPr>
          <a:xfrm>
            <a:off x="467950" y="339124"/>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900">
                <a:solidFill>
                  <a:srgbClr val="7F7F7F"/>
                </a:solidFill>
                <a:latin typeface="Inter"/>
                <a:ea typeface="Inter"/>
                <a:cs typeface="Inter"/>
                <a:sym typeface="Inter"/>
              </a:rPr>
              <a:t>EYEBROW HEADING</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b="1" sz="900">
              <a:solidFill>
                <a:srgbClr val="7F7F7F"/>
              </a:solidFill>
              <a:latin typeface="Inter"/>
              <a:ea typeface="Inter"/>
              <a:cs typeface="Inter"/>
              <a:sym typeface="Inter"/>
            </a:endParaRPr>
          </a:p>
          <a:p>
            <a:pPr indent="0" lvl="0" marL="0" rtl="0" algn="l">
              <a:lnSpc>
                <a:spcPct val="85000"/>
              </a:lnSpc>
              <a:spcBef>
                <a:spcPts val="0"/>
              </a:spcBef>
              <a:spcAft>
                <a:spcPts val="0"/>
              </a:spcAft>
              <a:buNone/>
            </a:pPr>
            <a:r>
              <a:t/>
            </a:r>
            <a:endParaRPr b="1" sz="900">
              <a:solidFill>
                <a:srgbClr val="7F7F7F"/>
              </a:solidFill>
              <a:latin typeface="Inter"/>
              <a:ea typeface="Inter"/>
              <a:cs typeface="Inter"/>
              <a:sym typeface="Inter"/>
            </a:endParaRPr>
          </a:p>
        </p:txBody>
      </p:sp>
      <p:pic>
        <p:nvPicPr>
          <p:cNvPr id="145" name="Google Shape;145;p18" title="logo-dark.png"/>
          <p:cNvPicPr preferRelativeResize="0"/>
          <p:nvPr/>
        </p:nvPicPr>
        <p:blipFill rotWithShape="1">
          <a:blip r:embed="rId3">
            <a:alphaModFix/>
          </a:blip>
          <a:srcRect b="0" l="40" r="40" t="0"/>
          <a:stretch/>
        </p:blipFill>
        <p:spPr>
          <a:xfrm>
            <a:off x="493052" y="4663948"/>
            <a:ext cx="615327" cy="143725"/>
          </a:xfrm>
          <a:prstGeom prst="rect">
            <a:avLst/>
          </a:prstGeom>
          <a:noFill/>
          <a:ln>
            <a:no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42017"/>
        </a:solidFill>
      </p:bgPr>
    </p:bg>
    <p:spTree>
      <p:nvGrpSpPr>
        <p:cNvPr id="54" name="Shape 54"/>
        <p:cNvGrpSpPr/>
        <p:nvPr/>
      </p:nvGrpSpPr>
      <p:grpSpPr>
        <a:xfrm>
          <a:off x="0" y="0"/>
          <a:ext cx="0" cy="0"/>
          <a:chOff x="0" y="0"/>
          <a:chExt cx="0" cy="0"/>
        </a:xfrm>
      </p:grpSpPr>
      <p:sp>
        <p:nvSpPr>
          <p:cNvPr id="55" name="Google Shape;55;p14"/>
          <p:cNvSpPr txBox="1"/>
          <p:nvPr/>
        </p:nvSpPr>
        <p:spPr>
          <a:xfrm>
            <a:off x="658650" y="1516225"/>
            <a:ext cx="7125600" cy="9000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800">
                <a:solidFill>
                  <a:srgbClr val="F1E9D6"/>
                </a:solidFill>
                <a:latin typeface="Inter SemiBold"/>
                <a:ea typeface="Inter SemiBold"/>
                <a:cs typeface="Inter SemiBold"/>
                <a:sym typeface="Inter SemiBold"/>
              </a:rPr>
              <a:t>Presentation titles,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rPr lang="en" sz="3800">
                <a:solidFill>
                  <a:srgbClr val="F1E9D6"/>
                </a:solidFill>
                <a:latin typeface="Inter SemiBold"/>
                <a:ea typeface="Inter SemiBold"/>
                <a:cs typeface="Inter SemiBold"/>
                <a:sym typeface="Inter SemiBold"/>
              </a:rPr>
              <a:t>two lines</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Clr>
                <a:schemeClr val="dk1"/>
              </a:buClr>
              <a:buSzPts val="1100"/>
              <a:buFont typeface="Arial"/>
              <a:buNone/>
            </a:pPr>
            <a:r>
              <a:t/>
            </a:r>
            <a:endParaRPr sz="3800">
              <a:solidFill>
                <a:srgbClr val="F1E9D6"/>
              </a:solidFill>
              <a:latin typeface="Inter SemiBold"/>
              <a:ea typeface="Inter SemiBold"/>
              <a:cs typeface="Inter SemiBold"/>
              <a:sym typeface="Inter SemiBold"/>
            </a:endParaRPr>
          </a:p>
          <a:p>
            <a:pPr indent="0" lvl="0" marL="0" rtl="0" algn="l">
              <a:lnSpc>
                <a:spcPct val="85000"/>
              </a:lnSpc>
              <a:spcBef>
                <a:spcPts val="0"/>
              </a:spcBef>
              <a:spcAft>
                <a:spcPts val="0"/>
              </a:spcAft>
              <a:buNone/>
            </a:pPr>
            <a:r>
              <a:t/>
            </a:r>
            <a:endParaRPr sz="3800">
              <a:solidFill>
                <a:srgbClr val="F1E9D6"/>
              </a:solidFill>
              <a:latin typeface="Inter SemiBold"/>
              <a:ea typeface="Inter SemiBold"/>
              <a:cs typeface="Inter SemiBold"/>
              <a:sym typeface="Inter SemiBold"/>
            </a:endParaRPr>
          </a:p>
        </p:txBody>
      </p:sp>
      <p:sp>
        <p:nvSpPr>
          <p:cNvPr id="56" name="Google Shape;56;p14"/>
          <p:cNvSpPr txBox="1"/>
          <p:nvPr/>
        </p:nvSpPr>
        <p:spPr>
          <a:xfrm>
            <a:off x="658650" y="2932275"/>
            <a:ext cx="7125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1E9D6"/>
                </a:solidFill>
                <a:latin typeface="Inter SemiBold"/>
                <a:ea typeface="Inter SemiBold"/>
                <a:cs typeface="Inter SemiBold"/>
                <a:sym typeface="Inter SemiBold"/>
              </a:rPr>
              <a:t>Subtitle goes here</a:t>
            </a:r>
            <a:endParaRPr>
              <a:solidFill>
                <a:srgbClr val="F1E9D6"/>
              </a:solidFill>
              <a:latin typeface="Inter SemiBold"/>
              <a:ea typeface="Inter SemiBold"/>
              <a:cs typeface="Inter SemiBold"/>
              <a:sym typeface="Inter SemiBold"/>
            </a:endParaRPr>
          </a:p>
        </p:txBody>
      </p:sp>
      <p:pic>
        <p:nvPicPr>
          <p:cNvPr id="57" name="Google Shape;57;p14" title="logo-light.png"/>
          <p:cNvPicPr preferRelativeResize="0"/>
          <p:nvPr/>
        </p:nvPicPr>
        <p:blipFill rotWithShape="1">
          <a:blip r:embed="rId3">
            <a:alphaModFix/>
          </a:blip>
          <a:srcRect b="60" l="0" r="0" t="70"/>
          <a:stretch/>
        </p:blipFill>
        <p:spPr>
          <a:xfrm>
            <a:off x="683765" y="399936"/>
            <a:ext cx="1305252" cy="304875"/>
          </a:xfrm>
          <a:prstGeom prst="rect">
            <a:avLst/>
          </a:prstGeom>
          <a:noFill/>
          <a:ln>
            <a:noFill/>
          </a:ln>
        </p:spPr>
      </p:pic>
      <p:sp>
        <p:nvSpPr>
          <p:cNvPr id="58" name="Google Shape;58;p14"/>
          <p:cNvSpPr txBox="1"/>
          <p:nvPr/>
        </p:nvSpPr>
        <p:spPr>
          <a:xfrm>
            <a:off x="683775" y="4584950"/>
            <a:ext cx="4263600" cy="2007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1200">
                <a:solidFill>
                  <a:srgbClr val="F1E8D6"/>
                </a:solidFill>
                <a:latin typeface="Inter"/>
                <a:ea typeface="Inter"/>
                <a:cs typeface="Inter"/>
                <a:sym typeface="Inter"/>
              </a:rPr>
              <a:t>December 1st, 2025</a:t>
            </a:r>
            <a:endParaRPr sz="1200">
              <a:solidFill>
                <a:srgbClr val="F1E8D6"/>
              </a:solidFill>
              <a:latin typeface="Inter"/>
              <a:ea typeface="Inter"/>
              <a:cs typeface="Inter"/>
              <a:sym typeface="Inter"/>
            </a:endParaRPr>
          </a:p>
        </p:txBody>
      </p:sp>
      <p:cxnSp>
        <p:nvCxnSpPr>
          <p:cNvPr id="59" name="Google Shape;59;p14"/>
          <p:cNvCxnSpPr/>
          <p:nvPr/>
        </p:nvCxnSpPr>
        <p:spPr>
          <a:xfrm>
            <a:off x="671275" y="2689675"/>
            <a:ext cx="984300" cy="0"/>
          </a:xfrm>
          <a:prstGeom prst="straightConnector1">
            <a:avLst/>
          </a:prstGeom>
          <a:noFill/>
          <a:ln cap="flat" cmpd="sng" w="19050">
            <a:solidFill>
              <a:srgbClr val="6ABA48"/>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